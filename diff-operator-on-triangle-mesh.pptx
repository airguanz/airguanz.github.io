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067A4-4840-79E5-836D-058B79217C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AF669C-3F53-6B47-D51A-0C4A9A962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0F33A0-09E5-EC64-EBD8-1B80B12E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A7582-D5EC-F0B5-D29F-C8B1D4CFA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78ABF2-35D1-88E4-0D7B-809CE447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18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CE25C-C514-9595-CC53-C69C3F1F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2E84C-DE57-B5FF-0C5E-B0236C611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16216-96D0-9783-DD43-D0A4F60FF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DF4C4-543E-EBA2-BBCB-FB30FA6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7AABD1-E0FB-10F5-1B36-1944EDDE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6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9FFC3-BA31-8F88-7BAC-B4DB8379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2F9C7C-B1E5-A03F-6F5A-9ECECD52B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7DE084-8119-E370-3E76-95D61813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8513E-7F64-90D0-8A24-84F2FEB6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D8F8ED-9D2E-5FBA-845D-DC39FBE0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564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3A819-7269-26C9-2035-23CE1287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7A950A-5075-0157-0905-053AFC503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F87CAB-9587-09DF-DB2D-EFFA37EF2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6910B0-8BB5-EF27-3BAF-1F6FC315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92BDBB-6BF5-BD38-3678-2DC015AE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C5B076-547B-CA49-1122-D51CAFDEE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986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DE7A6-0211-01F9-008D-DCACBD69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22B70-B7AD-E21B-F353-46CEA6FDC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CFD703-C820-D31A-60E4-0632AD21A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536D7C-DE64-1952-8B70-B8A2FC9D3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B7A3FA-AE88-1D0E-8301-B91E77A80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678EC1-3E10-2712-D5F8-2310A62E8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17F642-FE73-B595-E411-A66C7DA4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3E47A5-19FF-B68C-D82B-45AA7C75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23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32677-7606-9502-C7A4-AB5EEEA8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CECC73-54FD-BB23-7996-CBAD52D8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B47276-21EA-C508-28D8-B7C811E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0155A8-060D-45C4-F4A3-0A97A1ED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149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3513EE-C155-1DCE-6E08-E15AEFDE6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A75B32-23F8-5BFC-9359-20E58435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3663E2-155D-8A54-9C86-F0E77460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6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2DBA0-5AD3-6FD6-CB97-981AF15AB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E3986-4A2F-8A25-2BC3-01B07D6AC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F13208-6188-21EF-9466-911C34317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D01110-7FCD-6F42-9C49-E3AF27B6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77FA13-3EAA-A325-0DFA-97BB418FB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7FD53A-D017-9155-5E82-A84F5AF04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657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A4E26-402C-BBDA-7974-2726FC12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3D74ED-4389-46D7-4940-240D3C455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1966AC-F9EC-75E7-80FA-EE1684157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4C6677-6CCE-CE85-8D20-D1820581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C599D8-FD1B-79B9-68E4-383F404E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D78913-9422-74B8-7C83-651AE27A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24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5B8552-1661-EDF9-3325-B50CD39D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0FBBC5-15AF-B72B-C5D8-BBF3F8A92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8DBDF9-5272-7D63-89CD-C548BDAD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510655-9FE8-2E91-857F-3307F921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94F413-32F3-B2E8-5662-E4F073B5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3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BB7429-9346-BD9F-82D6-C9A680E31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0F0502-F0BE-D8E6-EDFA-0F8254B11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E13CF-D184-B9F9-C650-88B4EBB6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A4207-1A42-0014-4D78-D0CB7BE8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256618-6256-7E34-9084-39899267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80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814B4A-9C40-8D7B-E024-88E822B89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EEE6F-C9FA-E08C-7B09-8A22B03E8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AE94B-4A7A-6B22-748B-DF1BAD573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00A9B-C88F-44A0-9643-A2029D04AC06}" type="datetimeFigureOut">
              <a:rPr lang="zh-CN" altLang="en-US" smtClean="0"/>
              <a:t>2024/6/26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86686-C41A-FCA6-BD0A-836C89B3E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CDCE03-6D03-C1F5-93E7-20E785EDD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0A788-955A-46E1-9F46-0EF52147EE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41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>
            <a:extLst>
              <a:ext uri="{FF2B5EF4-FFF2-40B4-BE49-F238E27FC236}">
                <a16:creationId xmlns:a16="http://schemas.microsoft.com/office/drawing/2014/main" id="{31092F54-476A-9E03-97B4-2C70D939B399}"/>
              </a:ext>
            </a:extLst>
          </p:cNvPr>
          <p:cNvSpPr/>
          <p:nvPr/>
        </p:nvSpPr>
        <p:spPr>
          <a:xfrm>
            <a:off x="815008" y="1305339"/>
            <a:ext cx="4803913" cy="414130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D01E8BB-5B00-AA1D-E95E-7FB96E62753B}"/>
                  </a:ext>
                </a:extLst>
              </p:cNvPr>
              <p:cNvSpPr txBox="1"/>
              <p:nvPr/>
            </p:nvSpPr>
            <p:spPr>
              <a:xfrm>
                <a:off x="3049552" y="910366"/>
                <a:ext cx="328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D01E8BB-5B00-AA1D-E95E-7FB96E627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52" y="910366"/>
                <a:ext cx="32823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40E888E-3D33-8108-A239-6A1859945C21}"/>
                  </a:ext>
                </a:extLst>
              </p:cNvPr>
              <p:cNvSpPr txBox="1"/>
              <p:nvPr/>
            </p:nvSpPr>
            <p:spPr>
              <a:xfrm>
                <a:off x="5618921" y="5261977"/>
                <a:ext cx="3345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40E888E-3D33-8108-A239-6A1859945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921" y="5261977"/>
                <a:ext cx="33451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5F10FD-A47A-2526-8CC9-C9A77B68805E}"/>
                  </a:ext>
                </a:extLst>
              </p:cNvPr>
              <p:cNvSpPr txBox="1"/>
              <p:nvPr/>
            </p:nvSpPr>
            <p:spPr>
              <a:xfrm>
                <a:off x="480493" y="5261977"/>
                <a:ext cx="380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25F10FD-A47A-2526-8CC9-C9A77B688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93" y="5261977"/>
                <a:ext cx="38055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B0B7DD9-B034-5849-C2B1-419CA7AD6C8C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2015986" y="3375991"/>
            <a:ext cx="24019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F21047F-8A2E-FF15-D10E-E41ADF5CB6F8}"/>
                  </a:ext>
                </a:extLst>
              </p:cNvPr>
              <p:cNvSpPr txBox="1"/>
              <p:nvPr/>
            </p:nvSpPr>
            <p:spPr>
              <a:xfrm>
                <a:off x="1913055" y="3340412"/>
                <a:ext cx="380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F21047F-8A2E-FF15-D10E-E41ADF5CB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055" y="3340412"/>
                <a:ext cx="38055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DFA7A2-9DE2-FEDE-4149-CDFCCEF21922}"/>
                  </a:ext>
                </a:extLst>
              </p:cNvPr>
              <p:cNvSpPr txBox="1"/>
              <p:nvPr/>
            </p:nvSpPr>
            <p:spPr>
              <a:xfrm>
                <a:off x="4140322" y="3311459"/>
                <a:ext cx="380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DFA7A2-9DE2-FEDE-4149-CDFCCEF21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322" y="3311459"/>
                <a:ext cx="380552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9B34653-6721-E8E4-DE52-A6C4DF954A44}"/>
              </a:ext>
            </a:extLst>
          </p:cNvPr>
          <p:cNvCxnSpPr>
            <a:stCxn id="4" idx="0"/>
            <a:endCxn id="4" idx="3"/>
          </p:cNvCxnSpPr>
          <p:nvPr/>
        </p:nvCxnSpPr>
        <p:spPr>
          <a:xfrm>
            <a:off x="3216965" y="1305339"/>
            <a:ext cx="0" cy="414130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右大括号 13">
            <a:extLst>
              <a:ext uri="{FF2B5EF4-FFF2-40B4-BE49-F238E27FC236}">
                <a16:creationId xmlns:a16="http://schemas.microsoft.com/office/drawing/2014/main" id="{AD741766-7314-FB81-A4DF-1EAED6237572}"/>
              </a:ext>
            </a:extLst>
          </p:cNvPr>
          <p:cNvSpPr/>
          <p:nvPr/>
        </p:nvSpPr>
        <p:spPr>
          <a:xfrm>
            <a:off x="3306312" y="1378226"/>
            <a:ext cx="238538" cy="3982278"/>
          </a:xfrm>
          <a:prstGeom prst="rightBrace">
            <a:avLst>
              <a:gd name="adj1" fmla="val 8333"/>
              <a:gd name="adj2" fmla="val 69444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11B0DB7-6BFF-BA23-894A-0CD021D74FE5}"/>
                  </a:ext>
                </a:extLst>
              </p:cNvPr>
              <p:cNvSpPr txBox="1"/>
              <p:nvPr/>
            </p:nvSpPr>
            <p:spPr>
              <a:xfrm>
                <a:off x="3498813" y="3964921"/>
                <a:ext cx="380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11B0DB7-6BFF-BA23-894A-0CD021D74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813" y="3964921"/>
                <a:ext cx="38055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右大括号 15">
            <a:extLst>
              <a:ext uri="{FF2B5EF4-FFF2-40B4-BE49-F238E27FC236}">
                <a16:creationId xmlns:a16="http://schemas.microsoft.com/office/drawing/2014/main" id="{B9F54692-03F5-6EEE-795B-A357FD3A0DA3}"/>
              </a:ext>
            </a:extLst>
          </p:cNvPr>
          <p:cNvSpPr/>
          <p:nvPr/>
        </p:nvSpPr>
        <p:spPr>
          <a:xfrm flipH="1">
            <a:off x="2882447" y="1378226"/>
            <a:ext cx="231587" cy="1948069"/>
          </a:xfrm>
          <a:prstGeom prst="rightBrace">
            <a:avLst>
              <a:gd name="adj1" fmla="val 8333"/>
              <a:gd name="adj2" fmla="val 79280"/>
            </a:avLst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86E3500-F7F4-9B8A-364E-85A0D030FDD4}"/>
                  </a:ext>
                </a:extLst>
              </p:cNvPr>
              <p:cNvSpPr txBox="1"/>
              <p:nvPr/>
            </p:nvSpPr>
            <p:spPr>
              <a:xfrm>
                <a:off x="2422579" y="2580389"/>
                <a:ext cx="546111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86E3500-F7F4-9B8A-364E-85A0D030F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579" y="2580389"/>
                <a:ext cx="546111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51ACE43-F7A9-992B-3E80-6759CCB79FA2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3377782" y="1095032"/>
            <a:ext cx="2408397" cy="4166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B51A846-6E80-AA9B-992E-2E7088E26628}"/>
                  </a:ext>
                </a:extLst>
              </p:cNvPr>
              <p:cNvSpPr txBox="1"/>
              <p:nvPr/>
            </p:nvSpPr>
            <p:spPr>
              <a:xfrm>
                <a:off x="4613618" y="2993838"/>
                <a:ext cx="4562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B51A846-6E80-AA9B-992E-2E7088E26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618" y="2993838"/>
                <a:ext cx="45627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6706C23-56BD-967B-30BE-D62EADA21C0D}"/>
              </a:ext>
            </a:extLst>
          </p:cNvPr>
          <p:cNvCxnSpPr>
            <a:cxnSpLocks/>
            <a:stCxn id="5" idx="1"/>
            <a:endCxn id="7" idx="0"/>
          </p:cNvCxnSpPr>
          <p:nvPr/>
        </p:nvCxnSpPr>
        <p:spPr>
          <a:xfrm flipH="1">
            <a:off x="670769" y="1095032"/>
            <a:ext cx="2378783" cy="4166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B75AE19-B180-2AC4-146E-2CA7425212D4}"/>
                  </a:ext>
                </a:extLst>
              </p:cNvPr>
              <p:cNvSpPr txBox="1"/>
              <p:nvPr/>
            </p:nvSpPr>
            <p:spPr>
              <a:xfrm>
                <a:off x="1295960" y="2993838"/>
                <a:ext cx="461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B75AE19-B180-2AC4-146E-2CA742521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960" y="2993838"/>
                <a:ext cx="4616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2C07124-09F0-D165-BBD9-7D18DFE49E93}"/>
                  </a:ext>
                </a:extLst>
              </p:cNvPr>
              <p:cNvSpPr txBox="1"/>
              <p:nvPr/>
            </p:nvSpPr>
            <p:spPr>
              <a:xfrm>
                <a:off x="933827" y="5077311"/>
                <a:ext cx="4762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2C07124-09F0-D165-BBD9-7D18DFE49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827" y="5077311"/>
                <a:ext cx="47622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44FB061-B0A4-BDAB-C8E0-60304DC0DFB9}"/>
                  </a:ext>
                </a:extLst>
              </p:cNvPr>
              <p:cNvSpPr txBox="1"/>
              <p:nvPr/>
            </p:nvSpPr>
            <p:spPr>
              <a:xfrm>
                <a:off x="5022575" y="5079038"/>
                <a:ext cx="4762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44FB061-B0A4-BDAB-C8E0-60304DC0D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575" y="5079038"/>
                <a:ext cx="47622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C3648F82-B02E-F49B-9317-76F4DC6C525F}"/>
              </a:ext>
            </a:extLst>
          </p:cNvPr>
          <p:cNvSpPr/>
          <p:nvPr/>
        </p:nvSpPr>
        <p:spPr>
          <a:xfrm>
            <a:off x="6687689" y="729014"/>
            <a:ext cx="4803913" cy="4141304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D34DB02-65C6-D531-6C75-701610DCD148}"/>
                  </a:ext>
                </a:extLst>
              </p:cNvPr>
              <p:cNvSpPr txBox="1"/>
              <p:nvPr/>
            </p:nvSpPr>
            <p:spPr>
              <a:xfrm>
                <a:off x="8922233" y="334041"/>
                <a:ext cx="3282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D34DB02-65C6-D531-6C75-701610DCD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233" y="334041"/>
                <a:ext cx="3282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59FE1F4-EE02-644A-B388-4F8B33F230FF}"/>
                  </a:ext>
                </a:extLst>
              </p:cNvPr>
              <p:cNvSpPr txBox="1"/>
              <p:nvPr/>
            </p:nvSpPr>
            <p:spPr>
              <a:xfrm>
                <a:off x="11491602" y="4685652"/>
                <a:ext cx="3345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59FE1F4-EE02-644A-B388-4F8B33F23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1602" y="4685652"/>
                <a:ext cx="334515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6DE5343-9363-7F81-6673-ECC748A323BC}"/>
                  </a:ext>
                </a:extLst>
              </p:cNvPr>
              <p:cNvSpPr txBox="1"/>
              <p:nvPr/>
            </p:nvSpPr>
            <p:spPr>
              <a:xfrm>
                <a:off x="6353174" y="4685652"/>
                <a:ext cx="3805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6DE5343-9363-7F81-6673-ECC748A32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174" y="4685652"/>
                <a:ext cx="38055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9507AC9-0476-C2A3-F08A-25BBD4BB7A94}"/>
              </a:ext>
            </a:extLst>
          </p:cNvPr>
          <p:cNvCxnSpPr>
            <a:cxnSpLocks/>
          </p:cNvCxnSpPr>
          <p:nvPr/>
        </p:nvCxnSpPr>
        <p:spPr>
          <a:xfrm flipV="1">
            <a:off x="9086348" y="2377737"/>
            <a:ext cx="0" cy="16271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A62AAF6E-2C3C-DAB5-A5D4-057CFD8981EF}"/>
                  </a:ext>
                </a:extLst>
              </p:cNvPr>
              <p:cNvSpPr txBox="1"/>
              <p:nvPr/>
            </p:nvSpPr>
            <p:spPr>
              <a:xfrm>
                <a:off x="9119948" y="2993838"/>
                <a:ext cx="6018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A62AAF6E-2C3C-DAB5-A5D4-057CFD898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948" y="2993838"/>
                <a:ext cx="601831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1881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2939</TotalTime>
  <Words>17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Zhuang Guan</dc:creator>
  <cp:lastModifiedBy>Zhuang Guan</cp:lastModifiedBy>
  <cp:revision>1</cp:revision>
  <dcterms:created xsi:type="dcterms:W3CDTF">2024-06-26T15:33:11Z</dcterms:created>
  <dcterms:modified xsi:type="dcterms:W3CDTF">2024-06-28T16:32:40Z</dcterms:modified>
</cp:coreProperties>
</file>